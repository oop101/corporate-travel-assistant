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开场：一句话定位——员工说一句需求，系统生成完整差旅行程，政策检查与审批自动完成。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每个痛点都对应一个已实现的功能，不是概念。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按职责与扩缩容特征拆分：编排有状态、规划是 LLM 长耗时、感知是定时任务型。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错误走独立 error 帧，绝不混入行程正文——这是流式协议的硬规则。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链路任一环节失败只告警不阻断行程生成——增强链路与主链路解耦。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检索结果接口带 mode 字段——排查检索质量时能立刻知道走的是向量还是关键词。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 API Key 时四类数据源自动降级 Mock，演示链路完整。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强调：这些不是目标值，是测试断言锁定的实测值。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收尾：留一句——全部代码与文档在项目 docs/ 目录，介绍文档与面试准备材料齐备。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515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6410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BOARDING 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41080" y="14813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</a:t>
            </a:r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4108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广州 → 北京 · 差旅智能化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201400" y="1691640"/>
            <a:ext cx="201168" cy="201168"/>
          </a:xfrm>
          <a:prstGeom prst="ellipse">
            <a:avLst/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CORPORATE JOURNEY 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大模型驱动的企业差旅智能助手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AE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三微服务架构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AE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一句话生成行程 · 全链路流式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AE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政策检查 · 审批闭环 · 实时感知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 · 2026-08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为什么做这个项目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差旅安排的四种日常困境，对应系统的四项核心能力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3852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行程散落在聊天记录、邮件、Excel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2356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38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一句话生成完整多日行程，自动保存管理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5409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差旅标准靠记忆执行，超标难发现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23560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944368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0540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生成即政策检查，超标自动提示并发起审批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16966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航班延误、天气异常靠自己刷 App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23560" y="43342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09360" y="405993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16966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订阅式定时监控，异常分级主动推送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517550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2852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常用线路每次从零安排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23560" y="54498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9360" y="517550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5285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一键存为模板，复用只改日期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 FastAPI 微服务 + React 工作台，公共能力下沉 shared 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0" y="132588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13258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前端工作台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React 19 + Vite · :3001 · 8 个页面按需加载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0" cy="384048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487168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0F2A43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25786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行智 · Journey Hub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E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编排 :8001 · LangGraph 意图路由 · 会话管理 · 登录认证 · 系统配置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3538728"/>
            <a:ext cx="0" cy="347472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3538728"/>
            <a:ext cx="0" cy="347472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3886200"/>
            <a:ext cx="3749040" cy="0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4224528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433425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策程 · Planner Core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行程规划 :8002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行程生成 · CRUD · 政策检查 · 审批 · RAG 知识库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4224528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43342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 · Sense Engine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实时监控 :8003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 / 天气 / 路况 / 景点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5806440"/>
            <a:ext cx="12188952" cy="658368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806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shared 公共层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LLM 管理器 · API Key 鉴权 · JSON 存储基类 · Prometheus 指标 · 结构化日志 · SSE 封装 —— 三个服务零重复代码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· 一句话生成行程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两阶段大模型生成，SSE 全程流式可感知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“9月15号广州飞北京出差，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16号拜访国贸客户”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0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参数提取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3957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提取目的地 / 日期 / 人数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（temperature 0.1 · JSON 输出）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80760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规则生成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3957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按内置规则生成多日行程 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通勤≤30min · 按时段排餐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52560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72600" y="141732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5548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554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55480" y="23957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渐进渲染 · 自动保存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政策检查 · 审批发起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0.1s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规划请求状态首帧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5138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等待零感知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977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1.3s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42900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问答首字响应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29000" y="5138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PRD 要求 3s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977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12~16s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40080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完整多日行程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0" y="5138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 LLM 实测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72600" y="3977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37260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模型热切换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372600" y="5138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混元 / DeepSeek / GLM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11274552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数据来源：项目 E2E 自动化实测（scripts/e2e_verify.py）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· 差旅政策与审批闭环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行程生成即合规检查，主管审批后行程才生效（PRD 3.5）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48156" y="1554480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1248156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96796" y="1792224"/>
            <a:ext cx="1636776" cy="0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生成行程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命中差旅政策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或预算达阈值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6724" y="1554480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3506724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55364" y="1792224"/>
            <a:ext cx="1636776" cy="0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15768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52928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政策检查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2928" y="279806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逐项核对费用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超标自动提示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5292" y="1554480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7" name="Text 15"/>
          <p:cNvSpPr/>
          <p:nvPr/>
        </p:nvSpPr>
        <p:spPr>
          <a:xfrm>
            <a:off x="576529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13932" y="1792224"/>
            <a:ext cx="1636776" cy="0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74336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11496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自动发起审批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11496" y="279806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审批人 = 直属主管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违规项随单附带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23860" y="1554480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802386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72500" y="1792224"/>
            <a:ext cx="1636776" cy="0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32904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70064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行程锁定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70064" y="279806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待审批状态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禁止修改与重排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82428" y="155448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242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91472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28632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审批决定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28632" y="279806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→ 行程生效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 → 行程作废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审批管理页面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754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待办列表 · 状态筛选 · 审批意见（拒绝必填留痕）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违规项在详情中逐条展示，作为审批依据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审批通过且存在违规时，行程标记 policy_reviewed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42062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组织与政策底座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4754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组织架构：部门 / 员工 / 职级 / 直属主管关系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差旅政策：按职级匹配（如员工 600 元/晚 · 总监 1200）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审批人自动解析，无需手动指定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· RAG 差旅政策知识库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回答必带原文依据，满足差旅合规可解释性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1907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政策文档入库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报销制度 / 审批制度 / 住宿标准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6968" y="2450592"/>
            <a:ext cx="0" cy="201168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51760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90779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向量化索引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标题+正文 · 增量补齐 · 失败熔断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" y="3639312"/>
            <a:ext cx="0" cy="201168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409651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931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语义检索 Top-K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余弦相似度 · mode 字段标明向量/关键词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968" y="4828032"/>
            <a:ext cx="0" cy="201168"/>
          </a:xfrm>
          <a:prstGeom prst="line">
            <a:avLst/>
          </a:prstGeom>
          <a:noFill/>
          <a:ln w="19050">
            <a:solidFill>
              <a:srgbClr val="1D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29200"/>
            <a:ext cx="5760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528523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120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引用原文作答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excerpt 原文摘录 + score 相似度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Embedding 三后端可插拔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0840" y="196596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225856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22585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209397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BAAI/bge-large-zh-v1.5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1024 维 · 数据不出企业 · 私有化首选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3172968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3465576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34655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330098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兼容 /embeddings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免装 torch · 在线推理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20840" y="4379976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0" y="467258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46725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01000" y="45079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关键词检索降级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零依赖兜底 · 功能不断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5669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环境变量一键切换（EMBEDDING_PROVIDER），探测失败自动熔断不再重试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· 实时感知与应急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订阅制监控 + 分级提醒，行程变更 60 秒内触达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5min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APScheduler 定时轮询周期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只查已订阅行程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不做全库扫描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446227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分级提醒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3B7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critical 航班取消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D9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warning 延误预警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E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info 一般提示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50876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28216"/>
            <a:ext cx="146304" cy="420624"/>
          </a:xfrm>
          <a:prstGeom prst="roundRect">
            <a:avLst>
              <a:gd name="adj" fmla="val 3125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087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航班动态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起飞 / 延误 / 取消，延误分钟数解析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06240" y="2532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2752344"/>
            <a:ext cx="146304" cy="420624"/>
          </a:xfrm>
          <a:prstGeom prst="roundRect">
            <a:avLst>
              <a:gd name="adj" fmla="val 3125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53288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天气预警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目的地暴雨 / 大风等气象预警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06240" y="3557016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3776472"/>
            <a:ext cx="146304" cy="420624"/>
          </a:xfrm>
          <a:prstGeom prst="roundRect">
            <a:avLst>
              <a:gd name="adj" fmla="val 3125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55701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路况拥堵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出行时段交通状况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206240" y="4581144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4800600"/>
            <a:ext cx="146304" cy="420624"/>
          </a:xfrm>
          <a:prstGeom prst="roundRect">
            <a:avLst>
              <a:gd name="adj" fmla="val 31250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458114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景点状态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闭园 / 停开监控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06240" y="57150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应变重排：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航班延误 / 景点闭园后自动调整后续时间线，可推荐同区域替代方案；</a:t>
            </a:r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应急协助：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对话中可获取应急电话、证件丢失、就医指引。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工程质量与可靠性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每个数字都有自动化验证锁定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测试用例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15468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shared 层 / 重排算法 / API 集成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+ 6 项真实 LLM 端到端验证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5544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39312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并发串单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39312" y="315468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深圳/成都双流并发实测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每请求独立生成器实例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5544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92824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28ms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92824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阻塞期 /health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92824" y="315468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 async 路由同步调用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事件循环阻塞（曾卡死全服务）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17736" y="15544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46336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层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546336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降级兜底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46336" y="315468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46336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模板行程 / 向量降级关键词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感知数据源 Mock——零配置可演示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5029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安全防线：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Key 鉴权（dev 后门仅开发环境生效）· 行程属主校验防越权 · 口令哈希存储 · 管理接口角色拦截 · 密钥脱敏展示 · 存储原子写 + 线程锁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全部指标由 scripts/e2e_verify.py 六项端到端检查自动回归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成熟稳定优先，全部为可长期维护的选型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后端框架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1801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 3.11 · FastAPI · Pydantic · Uvicorn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323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编排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7706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(StateGraph) 意图路由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015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兼容多模型 · 混元 / DeepSeek / GLM 热切换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可插拔 Embedding：bge-large-zh-v1.5 (1024维) 本地 / API / 关键词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340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56784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文件存储 · 统一基类 · 原子写 + 线程锁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6181344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55080" y="1801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19 · Vite 8 · Tailwind CSS 4 · React Router 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2304288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4323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55080" y="27706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账号登录 Token 24h · 管理员角色拦截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273552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4015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调度监控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355080" y="37398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APScheduler · Prometheus 指标 · 结构化 JSON 日志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242816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370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55080" y="47091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pytest · FastAPI TestClient · E2E 自动化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5212080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5340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55080" y="56784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Compose · 一键启停脚本 · 种子数据幂等脚本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6181344"/>
            <a:ext cx="539496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快速开始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三步跑通完整系统（无需 Docker）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16405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2768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0665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启动后端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4323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C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scripts/start_local.py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16405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6301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34198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启动前端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25880" y="378561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install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C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626864"/>
            <a:ext cx="6949440" cy="1170432"/>
          </a:xfrm>
          <a:prstGeom prst="roundRect">
            <a:avLst>
              <a:gd name="adj" fmla="val 6250"/>
            </a:avLst>
          </a:prstGeom>
          <a:solidFill>
            <a:srgbClr val="1640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7731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打开工作台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51389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C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管理员 admin / admin123 · 员工 web-user / 123456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035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未配置 LLM API Key 时自动进入演示模式（模板行程 + Mock 数据），全流程可完整体验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192024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2A4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推荐演示路径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260604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管理员登录，进入系统管理页查看模型配置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首页输入「9月15号广州飞北京出差，16号上午拜访国贸客户，17号下午返程」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观察流式生成：状态 → 行程 → 政策检查 → 审批发起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审批页处理待审批单，行程生效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行程页查看总结、费用与模板复用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企业智行 · Corporate Journey Hub · 2026-08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企业智行 · Corporate Journey Hub</dc:title>
  <dc:subject>PptxGenJS Presentation</dc:subject>
  <dc:creator>企业智行</dc:creator>
  <cp:lastModifiedBy>企业智行</cp:lastModifiedBy>
  <cp:revision>1</cp:revision>
  <dcterms:created xsi:type="dcterms:W3CDTF">2026-08-30T03:54:01Z</dcterms:created>
  <dcterms:modified xsi:type="dcterms:W3CDTF">2026-08-30T03:54:01Z</dcterms:modified>
</cp:coreProperties>
</file>